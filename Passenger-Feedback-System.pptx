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va Mahesh" userId="55ce729dfb06cce1" providerId="LiveId" clId="{186AA61E-F4F5-4CF2-92A8-395D4062B082}"/>
    <pc:docChg chg="modSld">
      <pc:chgData name="Yuva Mahesh" userId="55ce729dfb06cce1" providerId="LiveId" clId="{186AA61E-F4F5-4CF2-92A8-395D4062B082}" dt="2026-06-03T17:00:32.313" v="2" actId="1036"/>
      <pc:docMkLst>
        <pc:docMk/>
      </pc:docMkLst>
      <pc:sldChg chg="modSp mod">
        <pc:chgData name="Yuva Mahesh" userId="55ce729dfb06cce1" providerId="LiveId" clId="{186AA61E-F4F5-4CF2-92A8-395D4062B082}" dt="2026-06-03T17:00:32.313" v="2" actId="1036"/>
        <pc:sldMkLst>
          <pc:docMk/>
          <pc:sldMk cId="1099737080" sldId="256"/>
        </pc:sldMkLst>
        <pc:picChg chg="mod">
          <ac:chgData name="Yuva Mahesh" userId="55ce729dfb06cce1" providerId="LiveId" clId="{186AA61E-F4F5-4CF2-92A8-395D4062B082}" dt="2026-06-03T17:00:32.313" v="2" actId="1036"/>
          <ac:picMkLst>
            <pc:docMk/>
            <pc:sldMk cId="1099737080" sldId="256"/>
            <ac:picMk id="5" creationId="{2004EEE7-77F5-58C5-FA20-E9EA1C73648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94BDD-B3C3-433F-C187-DE130982D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7F8744-0A01-CB52-EC44-36A5F213E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20EB3-BC00-7E60-D8E6-E64EA6AAF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8C1F4-E5B3-4407-9EBA-5C8D25344D2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824E7-644A-B942-7F3B-CDE1084E8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F810D-42AF-E145-91C0-400C49CB3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941A-8490-410C-8DA4-CF671CEF2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196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0479-D39E-B5EA-9B43-8C58C4D06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4A894-B8B0-2EB6-CD87-F3559CD0B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4825D-40DF-FABC-FDD4-590337CB4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8C1F4-E5B3-4407-9EBA-5C8D25344D2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F977A-01A1-4EC7-ECAD-B8438BCB3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3B1E6-22E0-8AAA-953C-9EE75575D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941A-8490-410C-8DA4-CF671CEF2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494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19CD0-AE3C-D9A2-32DC-E744018B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EC494-2645-E470-1744-61B73042B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519AA-08E1-B474-BCC1-8779FD62E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8C1F4-E5B3-4407-9EBA-5C8D25344D2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8CED4-B861-40E1-D8F2-86237E8D1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1FB6D-CC5D-0301-5A09-4789E0E33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941A-8490-410C-8DA4-CF671CEF2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13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078C6-E0A4-2E04-64E2-BE31ABBFF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10B01-7BF0-ABDF-9CAF-D71A70A98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5C8D29-DFDA-EF89-A0DE-623E52235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1B43D-CC73-A93E-91C4-D3CA6140C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8C1F4-E5B3-4407-9EBA-5C8D25344D2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D93C7-097F-4BFA-C16B-CBE8FA639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64F7F-A88D-6159-036E-CC4DDB713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941A-8490-410C-8DA4-CF671CEF2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001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EE6-5392-5DD2-1724-F009708B1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C55A11-BE43-DF19-0BF6-35278E63D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2A8F57-64FD-D371-1B1E-6EE050FA1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2CC033-F7A5-9787-7DC4-286ADDA7A2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8C646B-179D-DFD0-E20E-3E1E0A2EA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A5A9B9-1643-DA73-5B5F-AE028D1B0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8C1F4-E5B3-4407-9EBA-5C8D25344D2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A93DE1-4B88-8974-DAF4-7ADB2214D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4C0F1A-576E-3C77-787D-E80F5280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941A-8490-410C-8DA4-CF671CEF2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213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BB8A7-4A17-CCCC-C265-7A2B844D1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08015-237A-C3E5-AA1D-6A6F1F6ED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8C1F4-E5B3-4407-9EBA-5C8D25344D2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7833F6-CAE8-CBBF-2952-FD6155861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2F2ED-E2FD-CCAE-9F69-FA7E9D0C1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941A-8490-410C-8DA4-CF671CEF2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650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8B4B13-2FAA-0E88-4F84-F65137297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8C1F4-E5B3-4407-9EBA-5C8D25344D2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D8A693-7E4B-4273-A45B-1B0F4EB1D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3CB37-C6DE-C612-E1C9-0A2ABCB5C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941A-8490-410C-8DA4-CF671CEF2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290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6969E-4C73-2F0A-BD9B-CE94F4F4F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DF5EF-D115-ACA4-7DF3-51779A8C6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7AF4A-2987-985C-03D3-99CDF5967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66370-8B0B-85EA-1508-EF86CC49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8C1F4-E5B3-4407-9EBA-5C8D25344D2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0096F-F0BA-0A7D-F112-F1EE87845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2C63F-FAFD-06C7-0088-89FA29164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941A-8490-410C-8DA4-CF671CEF2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2538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1EB68-9EF5-0EAD-0A1C-B95DAC67F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13F4C7-0F59-349D-700B-09AD649BD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051DF1-DBB9-4760-14E8-C0A78228C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A5D4E-3D09-1C0A-EADD-4F039FA2D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8C1F4-E5B3-4407-9EBA-5C8D25344D2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701CEF-9631-56F5-D06A-9A7E2ADC5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118D9-3244-2303-B73F-EDBF0D6A1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941A-8490-410C-8DA4-CF671CEF2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058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C818B-E55C-AC8D-21CB-C1E3B655A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7127B-7C01-A816-17A4-8EEEBB87B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5FB26-88B6-BA22-EDE5-C159817A6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8C1F4-E5B3-4407-9EBA-5C8D25344D2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4A229-FB42-E2A4-FE80-A4D29487F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3BB48-71E7-2625-F861-6A8D99E4D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941A-8490-410C-8DA4-CF671CEF2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337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FB45BF-17CC-A212-8880-8C78F4E2E1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7B597-01DD-EA65-8B15-BCB4F4BBF0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85E62-2376-8452-CA63-C1952B122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8C1F4-E5B3-4407-9EBA-5C8D25344D2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F7CF9-A6BF-A9D8-64E4-9593FFA94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2926E-AE15-744D-8B58-180FDAAAD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941A-8490-410C-8DA4-CF671CEF2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112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55EDDA-1184-BA10-E17A-ED44C66B6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67604-673D-48CF-62CD-A38ECDE41E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9BF9F-5D4E-0DA2-C3F6-B45BD6764E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08C1F4-E5B3-4407-9EBA-5C8D25344D2C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3FE0A-49CD-B024-4303-D57A0EC277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55688-1773-5909-41A8-138C200F2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29941A-8490-410C-8DA4-CF671CEF2E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664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3984-9AA4-EE5E-A590-C76E7C9741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C3B77F-2C51-7B47-88A1-4D73195248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04EEE7-77F5-58C5-FA20-E9EA1C736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" y="795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737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1787DC-A64D-40EC-4DED-A1131D039F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088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8B0890-1A63-F93E-EC29-B058DBCA05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48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9C7F5B-340A-A832-F158-E1216C80C8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587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1978A-099E-31F4-2656-AE1E2A6D7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8D9F00-8178-A89E-ABD7-D64CC8BD22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472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12F949-4F83-7F1B-09D8-D4003FA0AF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639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185684-E984-57CE-3DAC-6188785528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598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57ADF6-AD7F-9FDD-7F58-4517B16263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075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12EA0D-783D-9ABA-4172-B6D5032CFC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260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A41E5F-B8B2-8905-1F68-61C5DCD6D8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688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Yuva Mahesh</dc:creator>
  <cp:lastModifiedBy>Yuva Mahesh</cp:lastModifiedBy>
  <cp:revision>1</cp:revision>
  <dcterms:created xsi:type="dcterms:W3CDTF">2026-06-01T18:19:57Z</dcterms:created>
  <dcterms:modified xsi:type="dcterms:W3CDTF">2026-06-03T17:00:40Z</dcterms:modified>
</cp:coreProperties>
</file>